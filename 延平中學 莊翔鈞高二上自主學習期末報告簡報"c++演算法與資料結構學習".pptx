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zh-TW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zh-TW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37A245-3D77-4050-8F7C-DAB301339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en-US" altLang="zh-TW" sz="6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109</a:t>
            </a:r>
            <a:r>
              <a:rPr lang="zh-TW" altLang="en-US" sz="6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學年度上學期自主學習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88F9B4-0C71-4F17-8998-727D28B35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r>
              <a:rPr lang="zh-TW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延平中學</a:t>
            </a:r>
            <a:r>
              <a:rPr lang="en-US" altLang="zh-TW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20233</a:t>
            </a:r>
            <a:r>
              <a:rPr lang="zh-TW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莊翔鈞</a:t>
            </a:r>
          </a:p>
        </p:txBody>
      </p:sp>
    </p:spTree>
    <p:extLst>
      <p:ext uri="{BB962C8B-B14F-4D97-AF65-F5344CB8AC3E}">
        <p14:creationId xmlns:p14="http://schemas.microsoft.com/office/powerpoint/2010/main" val="1151057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B048-2947-4043-8612-246EE451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zh-TW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演算法研究與練習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98E763DF-BCD4-4922-B7A0-629C3A7C19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00" r="14334"/>
          <a:stretch/>
        </p:blipFill>
        <p:spPr>
          <a:xfrm>
            <a:off x="2524331" y="2743199"/>
            <a:ext cx="2214858" cy="304799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8037A-ACE9-429D-94D4-94727116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336" y="2666999"/>
            <a:ext cx="5486687" cy="3124201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閱讀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&lt;C++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程式設計解題入門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、吳邦一教授的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”ap325”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，包括排序法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(sort)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、線狀結構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(linear structure)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、樹狀結構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(tree)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練習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zerojudge,uva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題目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33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B65E-6896-473D-B6F1-D204AD0A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825" y="2122170"/>
            <a:ext cx="8678865" cy="1752599"/>
          </a:xfrm>
        </p:spPr>
        <p:txBody>
          <a:bodyPr>
            <a:normAutofit/>
          </a:bodyPr>
          <a:lstStyle/>
          <a:p>
            <a:r>
              <a:rPr lang="zh-TW" altLang="en-US" sz="8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甚麼是演算法</a:t>
            </a:r>
            <a:r>
              <a:rPr lang="en-US" altLang="zh-TW" sz="8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?</a:t>
            </a:r>
            <a:endParaRPr lang="zh-TW" altLang="en-US" sz="8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2DEB-F0C8-4E2F-9075-86BA18AB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825" y="4183380"/>
            <a:ext cx="10093323" cy="1419224"/>
          </a:xfrm>
        </p:spPr>
        <p:txBody>
          <a:bodyPr/>
          <a:lstStyle/>
          <a:p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簡單來說就是對於特定問題，有較有效率或較快的解決方法。</a:t>
            </a:r>
          </a:p>
        </p:txBody>
      </p:sp>
    </p:spTree>
    <p:extLst>
      <p:ext uri="{BB962C8B-B14F-4D97-AF65-F5344CB8AC3E}">
        <p14:creationId xmlns:p14="http://schemas.microsoft.com/office/powerpoint/2010/main" val="127576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5FA0-8DA9-442F-9DE4-91B1BA1D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684" y="2552700"/>
            <a:ext cx="10018713" cy="1752599"/>
          </a:xfrm>
        </p:spPr>
        <p:txBody>
          <a:bodyPr>
            <a:noAutofit/>
          </a:bodyPr>
          <a:lstStyle/>
          <a:p>
            <a:r>
              <a:rPr lang="zh-TW" altLang="en-US" sz="6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舉例</a:t>
            </a:r>
            <a:r>
              <a:rPr lang="en-US" altLang="zh-TW" sz="6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TW" altLang="en-US" sz="6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給定不共線的三點座標，求三角形面積</a:t>
            </a:r>
          </a:p>
        </p:txBody>
      </p:sp>
    </p:spTree>
    <p:extLst>
      <p:ext uri="{BB962C8B-B14F-4D97-AF65-F5344CB8AC3E}">
        <p14:creationId xmlns:p14="http://schemas.microsoft.com/office/powerpoint/2010/main" val="321335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DDDB-41C5-4D52-8355-8AE7B21F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FC51BB-9F5E-4895-A299-A3AF7AE29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3513" y="372069"/>
            <a:ext cx="6113862" cy="6113862"/>
          </a:xfrm>
        </p:spPr>
      </p:pic>
    </p:spTree>
    <p:extLst>
      <p:ext uri="{BB962C8B-B14F-4D97-AF65-F5344CB8AC3E}">
        <p14:creationId xmlns:p14="http://schemas.microsoft.com/office/powerpoint/2010/main" val="359717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23DD-1551-49A9-A00B-EBD8F856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排序法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D5FF-7E41-48C0-B04E-228681381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1.bubble sort 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泡泡排序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2.merge sort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合併排序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3.insertion sort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插入排序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4.quick sort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快速排序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8A61D-4B18-4DEA-B9DB-58001550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224682"/>
            <a:ext cx="6076950" cy="34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6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F558-B2E6-46E9-A195-553FEEB6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線狀結構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7423-AFED-4718-8092-B4D8201F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1.queue</a:t>
            </a:r>
          </a:p>
          <a:p>
            <a:r>
              <a:rPr lang="en-US" altLang="zh-TW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2.stack</a:t>
            </a:r>
          </a:p>
          <a:p>
            <a:r>
              <a:rPr lang="en-US" altLang="zh-TW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3.linked list</a:t>
            </a:r>
            <a:endParaRPr lang="zh-TW" altLang="en-US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70B67-5E11-402B-A3F4-3D66DDE69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257" y="2666999"/>
            <a:ext cx="5897008" cy="385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9F6D-59B4-44FB-9B24-D2875EDC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1" y="428625"/>
            <a:ext cx="10018713" cy="1752599"/>
          </a:xfrm>
        </p:spPr>
        <p:txBody>
          <a:bodyPr>
            <a:normAutofit/>
          </a:bodyPr>
          <a:lstStyle/>
          <a:p>
            <a:r>
              <a:rPr lang="zh-TW" altLang="en-US" sz="6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樹狀結構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8EE877-646B-4431-854F-53C8CE463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9976" y="2086818"/>
            <a:ext cx="3812047" cy="4342557"/>
          </a:xfrm>
        </p:spPr>
      </p:pic>
    </p:spTree>
    <p:extLst>
      <p:ext uri="{BB962C8B-B14F-4D97-AF65-F5344CB8AC3E}">
        <p14:creationId xmlns:p14="http://schemas.microsoft.com/office/powerpoint/2010/main" val="257241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06BD-F7D8-415D-9D52-C6E6686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解題紀錄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1C14D-4473-4B61-862C-4D2E5D477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4468815" cy="312420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sort:</a:t>
            </a: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apcs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1050305 1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b964</a:t>
            </a: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apcs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1050305 3 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b966</a:t>
            </a: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uva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10474 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541 </a:t>
            </a: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uva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10107 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c010</a:t>
            </a: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uva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11462 </a:t>
            </a:r>
            <a:r>
              <a:rPr lang="en-US" altLang="zh-TW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d190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CBB4C-92B1-46CC-9CF9-82113CE5F213}"/>
              </a:ext>
            </a:extLst>
          </p:cNvPr>
          <p:cNvSpPr txBox="1"/>
          <p:nvPr/>
        </p:nvSpPr>
        <p:spPr>
          <a:xfrm>
            <a:off x="6096000" y="2666999"/>
            <a:ext cx="54070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linear structure: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~uva12100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~uva10935 </a:t>
            </a:r>
            <a:r>
              <a:rPr lang="en-US" altLang="zh-TW" sz="22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e155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~uva673 </a:t>
            </a:r>
            <a:r>
              <a:rPr lang="en-US" altLang="zh-TW" sz="22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zj</a:t>
            </a: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b304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~uva12207 killed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6314E-D3F5-4C7B-B091-103EC2586037}"/>
              </a:ext>
            </a:extLst>
          </p:cNvPr>
          <p:cNvSpPr txBox="1"/>
          <p:nvPr/>
        </p:nvSpPr>
        <p:spPr>
          <a:xfrm>
            <a:off x="6096000" y="4957702"/>
            <a:ext cx="2762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Tree:</a:t>
            </a:r>
            <a:r>
              <a:rPr lang="zh-TW" altLang="en-US" sz="2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無</a:t>
            </a:r>
          </a:p>
        </p:txBody>
      </p:sp>
    </p:spTree>
    <p:extLst>
      <p:ext uri="{BB962C8B-B14F-4D97-AF65-F5344CB8AC3E}">
        <p14:creationId xmlns:p14="http://schemas.microsoft.com/office/powerpoint/2010/main" val="153015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003757-660F-469A-9FC6-82B17E31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150" y="655374"/>
            <a:ext cx="3365500" cy="595497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91C2352-56C7-40D1-A538-DF261A264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4" y="655374"/>
            <a:ext cx="3115945" cy="5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5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F904-3021-454B-8DE2-7203CC51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8370" y="136525"/>
            <a:ext cx="10018713" cy="1752599"/>
          </a:xfrm>
        </p:spPr>
        <p:txBody>
          <a:bodyPr/>
          <a:lstStyle/>
          <a:p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筆記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64CE4-D397-48FD-9DF3-45DAD17BB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075" y="136525"/>
            <a:ext cx="4606925" cy="65375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2FAC8-6C65-4536-A5C1-20ABD5E9E2B4}"/>
              </a:ext>
            </a:extLst>
          </p:cNvPr>
          <p:cNvSpPr txBox="1"/>
          <p:nvPr/>
        </p:nvSpPr>
        <p:spPr>
          <a:xfrm>
            <a:off x="6724650" y="332422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501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AC31-529D-409F-8DA6-1BF718B7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這些程式碼我放在</a:t>
            </a:r>
            <a:r>
              <a:rPr lang="en-US" altLang="zh-TW" sz="32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</a:t>
            </a:r>
            <a:r>
              <a:rPr lang="zh-TW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上，有興趣的可以打開來看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1C40-008B-4B4D-93C5-35512848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840" y="1102994"/>
            <a:ext cx="10018713" cy="3124201"/>
          </a:xfrm>
        </p:spPr>
        <p:txBody>
          <a:bodyPr/>
          <a:lstStyle/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https://github.com/Freddy930727/109-first-semester-cpp-algorithm-and-data-structure-learning.git</a:t>
            </a:r>
            <a:endParaRPr lang="zh-TW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B7F87207-4C5F-4368-8AFD-E0AE5BC5F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103" y="4051169"/>
            <a:ext cx="1867161" cy="1867161"/>
          </a:xfrm>
          <a:prstGeom prst="rect">
            <a:avLst/>
          </a:prstGeom>
        </p:spPr>
      </p:pic>
      <p:pic>
        <p:nvPicPr>
          <p:cNvPr id="7" name="Picture 6" descr="Graphical user interface, text, application, email, website&#10;&#10;Description automatically generated">
            <a:extLst>
              <a:ext uri="{FF2B5EF4-FFF2-40B4-BE49-F238E27FC236}">
                <a16:creationId xmlns:a16="http://schemas.microsoft.com/office/drawing/2014/main" id="{C7328CF2-11AD-4B20-A05D-6782DEBF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390" y="3370447"/>
            <a:ext cx="5149721" cy="254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3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41E4-3E34-4B5C-8B27-B2A7C185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186" y="523875"/>
            <a:ext cx="10018713" cy="1752599"/>
          </a:xfrm>
        </p:spPr>
        <p:txBody>
          <a:bodyPr>
            <a:normAutofit/>
          </a:bodyPr>
          <a:lstStyle/>
          <a:p>
            <a:r>
              <a:rPr lang="zh-TW" altLang="en-US" sz="6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檢討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EBAF-48D3-46BC-8FBF-870E73E9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936" y="2924174"/>
            <a:ext cx="10018713" cy="3124201"/>
          </a:xfrm>
        </p:spPr>
        <p:txBody>
          <a:bodyPr/>
          <a:lstStyle/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清大開放式課程沒時間看，一集的時間太多且內容太深。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只有做線狀結構的筆記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TW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</a:t>
            </a:r>
            <a:r>
              <a:rPr lang="zh-TW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時間分配不均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TW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10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7E97-EF5B-4EF2-B49A-EA86AEF66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>
            <a:normAutofit/>
          </a:bodyPr>
          <a:lstStyle/>
          <a:p>
            <a:r>
              <a:rPr lang="zh-TW" altLang="en-US" sz="8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心得</a:t>
            </a:r>
          </a:p>
        </p:txBody>
      </p:sp>
    </p:spTree>
    <p:extLst>
      <p:ext uri="{BB962C8B-B14F-4D97-AF65-F5344CB8AC3E}">
        <p14:creationId xmlns:p14="http://schemas.microsoft.com/office/powerpoint/2010/main" val="163298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7433-A025-49FB-BDD6-F88F5DAB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altLang="zh-TW" sz="8000"/>
              <a:t>The End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615402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249</Words>
  <Application>Microsoft Office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Microsoft YaHei UI</vt:lpstr>
      <vt:lpstr>Arial</vt:lpstr>
      <vt:lpstr>Corbel</vt:lpstr>
      <vt:lpstr>Parallax</vt:lpstr>
      <vt:lpstr>109學年度上學期自主學習</vt:lpstr>
      <vt:lpstr>演算法研究與練習</vt:lpstr>
      <vt:lpstr>甚麼是演算法?</vt:lpstr>
      <vt:lpstr>舉例:給定不共線的三點座標，求三角形面積</vt:lpstr>
      <vt:lpstr>PowerPoint Presentation</vt:lpstr>
      <vt:lpstr>排序法</vt:lpstr>
      <vt:lpstr>線狀結構</vt:lpstr>
      <vt:lpstr>樹狀結構</vt:lpstr>
      <vt:lpstr>解題紀錄</vt:lpstr>
      <vt:lpstr>PowerPoint Presentation</vt:lpstr>
      <vt:lpstr>筆記</vt:lpstr>
      <vt:lpstr>這些程式碼我放在github上，有興趣的可以打開來看</vt:lpstr>
      <vt:lpstr>檢討</vt:lpstr>
      <vt:lpstr>心得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109學年度上學期自主學習</dc:title>
  <dc:creator>莊 翔鈞</dc:creator>
  <cp:lastModifiedBy>莊 翔鈞</cp:lastModifiedBy>
  <cp:revision>7</cp:revision>
  <dcterms:created xsi:type="dcterms:W3CDTF">2021-01-04T14:59:04Z</dcterms:created>
  <dcterms:modified xsi:type="dcterms:W3CDTF">2021-01-04T15:17:21Z</dcterms:modified>
</cp:coreProperties>
</file>